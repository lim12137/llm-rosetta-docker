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27432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人工智能发展历程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43200" y="4389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C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Turing to Transformers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起源与萌芽 (1950s-1970s)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专家系统时代 (1980s)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机器学习崛起 (1990s-2000s)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深度学习革命 (2010s)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与大语言模型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挑战与未来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的起源与萌芽 (1950s-1970s)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关键事件与突破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1950：图灵提出'智能机器'概念，图灵测试诞生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514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1956：达特茅斯会议 - AI 作为学科正式诞生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1958：感知机 (Perceptron) 首次提出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337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1960s-70s：专家系统雏形、知识表示研究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1980：XCON 专家系统应用于硬件配置，商业成功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专家系统时代 (1980s)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专家系统的核心特点：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知识表示与推理引擎分离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领域专家知识编码入系统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自然语言问答界面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不确定性处理 (概率/置信度)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代表性系统：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XCON - 硬件配置 (1980, DEC)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MYCIN - 医疗诊断 (1981)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DENDRAL - 化学分析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机器学习崛起 (1990s-2000s)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核心方法论转变：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从'编程+知识输入' → '数据驱动学习'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支持向量机 (SVM) - Vapnik, 1995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随机森林 - Breiman, 2001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Boosting 系列算法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贝叶斯方法复兴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数据规模增长：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网页抓取 → TB 级文本，社交媒体数据兴起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深度学习革命 (2010s)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三大技术突破：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1️⃣ 卷积神经网络 (CNN)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AlexNet (2012): ImageNet 错误率从 26% → 15%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ResNet: 残差连接，百层网络成为可能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2️⃣ RNN / LSTM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序列建模突破长短期依赖问题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语音识别、文本生成应用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3️⃣ Transformer (2017)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自注意力机制替代循环结构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并行计算效率革命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与大语言模型 (LLM)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GPT-1 到 GPT-4 / Claude / LLaMA 系列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自然语言理解与生成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代码编程能力 (Python, JS 等)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多模态推理 (CLIP, Flamingo)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长上下文窗口 (100K+ tokens)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训练范式：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预训练 → 有监督微调 (SFT) → DPO/RLHF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指令跟随与对齐优化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当前挑战与未来方向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关键挑战：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幻觉问题 - 事实性错误与过度自信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对齐难题 - 价值冲突与安全边界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能源消耗 - 大模型训练碳足迹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数据隐私 - 知识蒸馏与版权风险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前沿方向：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小样本学习 (few-shot, in-context)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多模态融合 - 视觉+语言+推理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Agent - 工具使用与规划能力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可信 AI - 可解释性、公平性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2926080"/>
            <a:ext cx="914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286000" y="3108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谢谢观看！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如有问题，欢迎交流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人工智能发展历程</dc:title>
  <dc:subject>PptxGenJS Presentation</dc:subject>
  <dc:creator>AI History Presentation</dc:creator>
  <cp:lastModifiedBy>AI History Presentation</cp:lastModifiedBy>
  <cp:revision>1</cp:revision>
  <dcterms:created xsi:type="dcterms:W3CDTF">2026-05-08T14:35:25Z</dcterms:created>
  <dcterms:modified xsi:type="dcterms:W3CDTF">2026-05-08T14:35:25Z</dcterms:modified>
</cp:coreProperties>
</file>